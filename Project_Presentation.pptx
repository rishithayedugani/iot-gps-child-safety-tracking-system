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67" r:id="rId4"/>
    <p:sldId id="268" r:id="rId5"/>
    <p:sldId id="269" r:id="rId6"/>
    <p:sldId id="265" r:id="rId7"/>
    <p:sldId id="266" r:id="rId8"/>
    <p:sldId id="270" r:id="rId9"/>
    <p:sldId id="273" r:id="rId10"/>
    <p:sldId id="274" r:id="rId11"/>
    <p:sldId id="260" r:id="rId12"/>
    <p:sldId id="275" r:id="rId13"/>
    <p:sldId id="263" r:id="rId1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D1090-76C0-4AE9-9901-54A11558FB53}" v="36" dt="2026-03-25T15:55:33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ganamoni Vaishnavi" userId="6f6ba5a54a998804" providerId="LiveId" clId="{4EE0D675-826C-42A3-AD22-237B3913F635}"/>
    <pc:docChg chg="undo custSel addSld delSld modSld">
      <pc:chgData name="Ganganamoni Vaishnavi" userId="6f6ba5a54a998804" providerId="LiveId" clId="{4EE0D675-826C-42A3-AD22-237B3913F635}" dt="2026-03-25T15:56:09.749" v="1422" actId="14100"/>
      <pc:docMkLst>
        <pc:docMk/>
      </pc:docMkLst>
      <pc:sldChg chg="addSp delSp modSp mod">
        <pc:chgData name="Ganganamoni Vaishnavi" userId="6f6ba5a54a998804" providerId="LiveId" clId="{4EE0D675-826C-42A3-AD22-237B3913F635}" dt="2026-03-25T15:56:09.749" v="1422" actId="14100"/>
        <pc:sldMkLst>
          <pc:docMk/>
          <pc:sldMk cId="3778091103" sldId="271"/>
        </pc:sldMkLst>
        <pc:spChg chg="mod">
          <ac:chgData name="Ganganamoni Vaishnavi" userId="6f6ba5a54a998804" providerId="LiveId" clId="{4EE0D675-826C-42A3-AD22-237B3913F635}" dt="2026-03-25T15:53:38.035" v="1408" actId="20577"/>
          <ac:spMkLst>
            <pc:docMk/>
            <pc:sldMk cId="3778091103" sldId="271"/>
            <ac:spMk id="2" creationId="{D61DB91F-7D09-D169-581F-4280A8A20DA5}"/>
          </ac:spMkLst>
        </pc:spChg>
        <pc:spChg chg="mod">
          <ac:chgData name="Ganganamoni Vaishnavi" userId="6f6ba5a54a998804" providerId="LiveId" clId="{4EE0D675-826C-42A3-AD22-237B3913F635}" dt="2026-03-25T15:54:25.933" v="1413" actId="5793"/>
          <ac:spMkLst>
            <pc:docMk/>
            <pc:sldMk cId="3778091103" sldId="271"/>
            <ac:spMk id="3" creationId="{48C2ACB6-B548-9644-44F9-6AB598D36BD2}"/>
          </ac:spMkLst>
        </pc:spChg>
        <pc:picChg chg="del">
          <ac:chgData name="Ganganamoni Vaishnavi" userId="6f6ba5a54a998804" providerId="LiveId" clId="{4EE0D675-826C-42A3-AD22-237B3913F635}" dt="2026-03-25T15:55:36.675" v="1415" actId="21"/>
          <ac:picMkLst>
            <pc:docMk/>
            <pc:sldMk cId="3778091103" sldId="271"/>
            <ac:picMk id="4" creationId="{58BFA9CB-32E8-1911-755B-D049CD7EE3CC}"/>
          </ac:picMkLst>
        </pc:picChg>
        <pc:picChg chg="add mod modCrop">
          <ac:chgData name="Ganganamoni Vaishnavi" userId="6f6ba5a54a998804" providerId="LiveId" clId="{4EE0D675-826C-42A3-AD22-237B3913F635}" dt="2026-03-25T15:56:09.749" v="1422" actId="14100"/>
          <ac:picMkLst>
            <pc:docMk/>
            <pc:sldMk cId="3778091103" sldId="271"/>
            <ac:picMk id="6" creationId="{EFF13927-2D03-2485-DABB-6B20B2476FDE}"/>
          </ac:picMkLst>
        </pc:picChg>
      </pc:sldChg>
      <pc:sldChg chg="modSp new mod">
        <pc:chgData name="Ganganamoni Vaishnavi" userId="6f6ba5a54a998804" providerId="LiveId" clId="{4EE0D675-826C-42A3-AD22-237B3913F635}" dt="2026-03-25T15:38:59.351" v="1384" actId="20577"/>
        <pc:sldMkLst>
          <pc:docMk/>
          <pc:sldMk cId="1333483783" sldId="273"/>
        </pc:sldMkLst>
        <pc:spChg chg="mod">
          <ac:chgData name="Ganganamoni Vaishnavi" userId="6f6ba5a54a998804" providerId="LiveId" clId="{4EE0D675-826C-42A3-AD22-237B3913F635}" dt="2026-03-25T15:38:59.351" v="1384" actId="20577"/>
          <ac:spMkLst>
            <pc:docMk/>
            <pc:sldMk cId="1333483783" sldId="273"/>
            <ac:spMk id="2" creationId="{DDAB164E-3D26-19B1-97F8-FD8DE9DD2085}"/>
          </ac:spMkLst>
        </pc:spChg>
        <pc:spChg chg="mod">
          <ac:chgData name="Ganganamoni Vaishnavi" userId="6f6ba5a54a998804" providerId="LiveId" clId="{4EE0D675-826C-42A3-AD22-237B3913F635}" dt="2026-03-25T15:25:32.807" v="1317" actId="1076"/>
          <ac:spMkLst>
            <pc:docMk/>
            <pc:sldMk cId="1333483783" sldId="273"/>
            <ac:spMk id="3" creationId="{C9B2DF48-494D-6F84-3E90-4AFCD81BE1B5}"/>
          </ac:spMkLst>
        </pc:spChg>
      </pc:sldChg>
      <pc:sldChg chg="addSp delSp modSp new mod">
        <pc:chgData name="Ganganamoni Vaishnavi" userId="6f6ba5a54a998804" providerId="LiveId" clId="{4EE0D675-826C-42A3-AD22-237B3913F635}" dt="2026-03-25T15:39:45.630" v="1395" actId="14100"/>
        <pc:sldMkLst>
          <pc:docMk/>
          <pc:sldMk cId="1638113703" sldId="274"/>
        </pc:sldMkLst>
        <pc:spChg chg="mod">
          <ac:chgData name="Ganganamoni Vaishnavi" userId="6f6ba5a54a998804" providerId="LiveId" clId="{4EE0D675-826C-42A3-AD22-237B3913F635}" dt="2026-03-25T15:39:07.202" v="1394" actId="20577"/>
          <ac:spMkLst>
            <pc:docMk/>
            <pc:sldMk cId="1638113703" sldId="274"/>
            <ac:spMk id="2" creationId="{642948D3-D4C8-6F9A-F156-147FB27CAD05}"/>
          </ac:spMkLst>
        </pc:spChg>
        <pc:spChg chg="del mod">
          <ac:chgData name="Ganganamoni Vaishnavi" userId="6f6ba5a54a998804" providerId="LiveId" clId="{4EE0D675-826C-42A3-AD22-237B3913F635}" dt="2026-03-25T15:34:51.790" v="1333" actId="22"/>
          <ac:spMkLst>
            <pc:docMk/>
            <pc:sldMk cId="1638113703" sldId="274"/>
            <ac:spMk id="3" creationId="{3A977C33-9B50-6BBF-F002-61057BCB9CA3}"/>
          </ac:spMkLst>
        </pc:spChg>
        <pc:spChg chg="add del mod">
          <ac:chgData name="Ganganamoni Vaishnavi" userId="6f6ba5a54a998804" providerId="LiveId" clId="{4EE0D675-826C-42A3-AD22-237B3913F635}" dt="2026-03-25T15:36:03.545" v="1348" actId="22"/>
          <ac:spMkLst>
            <pc:docMk/>
            <pc:sldMk cId="1638113703" sldId="274"/>
            <ac:spMk id="6" creationId="{DBC96DE0-E598-83E8-6621-AC75D6BA6403}"/>
          </ac:spMkLst>
        </pc:spChg>
        <pc:picChg chg="add del mod ord">
          <ac:chgData name="Ganganamoni Vaishnavi" userId="6f6ba5a54a998804" providerId="LiveId" clId="{4EE0D675-826C-42A3-AD22-237B3913F635}" dt="2026-03-25T15:35:08.596" v="1338" actId="21"/>
          <ac:picMkLst>
            <pc:docMk/>
            <pc:sldMk cId="1638113703" sldId="274"/>
            <ac:picMk id="5" creationId="{F9A06D26-706C-F708-5746-98FFE121AB88}"/>
          </ac:picMkLst>
        </pc:picChg>
        <pc:picChg chg="add del mod">
          <ac:chgData name="Ganganamoni Vaishnavi" userId="6f6ba5a54a998804" providerId="LiveId" clId="{4EE0D675-826C-42A3-AD22-237B3913F635}" dt="2026-03-25T15:35:52.428" v="1347" actId="21"/>
          <ac:picMkLst>
            <pc:docMk/>
            <pc:sldMk cId="1638113703" sldId="274"/>
            <ac:picMk id="7" creationId="{F9A06D26-706C-F708-5746-98FFE121AB88}"/>
          </ac:picMkLst>
        </pc:picChg>
        <pc:picChg chg="add mod ord">
          <ac:chgData name="Ganganamoni Vaishnavi" userId="6f6ba5a54a998804" providerId="LiveId" clId="{4EE0D675-826C-42A3-AD22-237B3913F635}" dt="2026-03-25T15:39:45.630" v="1395" actId="14100"/>
          <ac:picMkLst>
            <pc:docMk/>
            <pc:sldMk cId="1638113703" sldId="274"/>
            <ac:picMk id="9" creationId="{F584DD50-845F-6E4E-6677-8C413AD238E6}"/>
          </ac:picMkLst>
        </pc:picChg>
        <pc:picChg chg="add mod modCrop">
          <ac:chgData name="Ganganamoni Vaishnavi" userId="6f6ba5a54a998804" providerId="LiveId" clId="{4EE0D675-826C-42A3-AD22-237B3913F635}" dt="2026-03-25T15:38:08.635" v="1371" actId="14100"/>
          <ac:picMkLst>
            <pc:docMk/>
            <pc:sldMk cId="1638113703" sldId="274"/>
            <ac:picMk id="11" creationId="{7C56C972-2C96-3479-693F-D8CABC7BDD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FD300-A670-67A1-3D6D-11881890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7384E-A144-4117-9FDC-B3AA1FB20203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006D4-D53B-AE79-8EBF-5D35FB74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1CBE4-AA51-095F-6D69-4B29B379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EAB71-8F2A-4D10-904E-51A389EAA61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06966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4C967-8AA4-2674-C745-57F9DDF94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F920C-74BF-4C51-B34B-8CF75BCD7FAA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11B6B-193F-38ED-C848-56BD30E68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CDB5A-764B-3847-2B1D-3AAB9EE7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8E6C88-43A1-4E06-BD8C-089E266B22D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38364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D6775-B0C0-C10C-B739-FE107CA1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4DDF3-296E-4E98-AC7A-79314B13B69D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B191D-224E-B0B5-C4C0-D99446E0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6BCDE-BE58-8C24-9091-19FCACDF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533E2-9A04-448A-AF7F-C657A71172E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14066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439310-63CD-596D-BC70-E33A53A3F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7D16D1-7F80-4B55-B5AD-8AEB619EA994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857436C-5027-CAA9-8848-8F826641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54D9BEE-1A35-4F5B-2478-3419F685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5F9E6-CCF2-4191-AB1B-7F5B5AA1A3F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11505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5E5F1FF-5D16-5036-A45B-9E56CA64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4D099-CB79-443B-B7F3-46F39FD2CD96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59CDA65-14D6-D01E-7E72-8AAD8C318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84D896-F0D8-6E82-3F1B-2C3469CA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5D805-DE81-4AAD-85A6-16DE83728FC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69222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677863F-E929-B234-B60D-B08A0B17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0398C-7736-46FA-8785-0A8778A77C58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EE79287-6871-4174-7A6F-ECE8FE32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C64900-2D9E-0FD6-63FB-21A6E658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CE4C2-CBA8-4BBE-9F90-EB68F11EE22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781258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F126B47-0667-93D7-8BF7-ABEAC5F93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1D040-D274-49C5-BDF0-EB2EE161A285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CA4AD01-A529-663C-BEAC-1E747D75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D443C0C-EDEB-B239-77E2-58FD3F97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693240-58DF-4E43-BC5E-B0A2D553EAE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95153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BE66213-5660-E98A-DE3F-C609F89B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D8A3C-A8F3-4E6B-8BC2-81F38C11B38E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A989241-7076-A80C-18F8-8A4255DE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ABB70A-89A9-BDE6-75F6-F02D84205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ABE410-7A85-44F9-80A7-B8CDD85875F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32014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306E3DD-DCF7-3C42-486C-2541EC7F1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28F94-39FC-492C-8423-EAA340C31386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449C0F8-B557-A59E-6299-A2153D99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11DEBC-A986-D92D-7E05-F3DA11AA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C4B88-BBD0-47FC-8F20-7DE3DAC59F6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4494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9DF9-EBE2-EDF5-70E0-6BD5BDEA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343D9-D095-40E1-9AF3-38DADDDCAB25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06981-C43A-DAFA-6132-AC77D082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A69B-0BF9-0264-DCC8-DC9E1C0F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DE999-83FE-41E6-9807-25121258E2D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51750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BBF8C-A47D-26C7-07CB-98FE29EC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61CA-4C3E-44A8-8701-2F080F350BE5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0591A-7E46-0BFC-9374-9458AD28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C3E4C-9A2C-E805-A583-23195782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E390D5-13E5-4291-B99C-E33BBBD8E8F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523966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629B684-6D82-837E-1065-4E0DB143559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E286080-44B4-C736-7963-7B409E6C01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FF7C-9BF0-086C-84B9-A8820D636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B8FC92C-238E-4B3A-89B2-6463932A9B3B}" type="datetimeFigureOut">
              <a:rPr lang="en-IN"/>
              <a:pPr>
                <a:defRPr/>
              </a:pPr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97D8E-B49E-B4EF-26D5-D85D12C37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21EE9-6342-5A5F-FE65-2FE945CD0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EFEDB30-7215-4B2D-971C-5244F5605247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5F7CC-3DF0-70FD-A42E-7B505A4C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525" y="1038295"/>
            <a:ext cx="10561638" cy="2154237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Electronics &amp; Communication Engineering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70C0"/>
                </a:solidFill>
              </a:rPr>
              <a:t>IOT-BASED GPS CHILD SAFETY AND TRACKING SYSTEM</a:t>
            </a:r>
            <a:br>
              <a:rPr lang="en-US" sz="3200" b="1" dirty="0">
                <a:solidFill>
                  <a:srgbClr val="0070C0"/>
                </a:solidFill>
              </a:rPr>
            </a:br>
            <a:r>
              <a:rPr lang="en-US" sz="3200" b="1" dirty="0">
                <a:solidFill>
                  <a:srgbClr val="0070C0"/>
                </a:solidFill>
              </a:rPr>
              <a:t>WITH GEOFENCING ALERT</a:t>
            </a:r>
            <a:endParaRPr lang="en-IN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BC691-5720-CD5F-E807-BA0663E79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9995" y="3783142"/>
            <a:ext cx="5160962" cy="2932112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Presented By: </a:t>
            </a:r>
          </a:p>
          <a:p>
            <a:pPr>
              <a:defRPr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Y.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Rishitha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235U1A04C6</a:t>
            </a:r>
          </a:p>
          <a:p>
            <a:pPr>
              <a:defRPr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N.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Sravani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235U1A0480</a:t>
            </a:r>
          </a:p>
          <a:p>
            <a:pPr>
              <a:defRPr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S. Sindhu Sri		235U1A04B0</a:t>
            </a:r>
          </a:p>
          <a:p>
            <a:pPr>
              <a:defRPr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P. Sai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Srijan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235U1A04A0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008DF-6CE1-8773-F70B-42B9D86CE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66150" y="5089265"/>
            <a:ext cx="3625850" cy="1547813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Internal Guide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800" u="sng" dirty="0">
              <a:latin typeface="Arial Black" panose="020B0A04020102020204" pitchFamily="34" charset="0"/>
              <a:cs typeface="Times New Roman" pitchFamily="18" charset="0"/>
            </a:endParaRPr>
          </a:p>
          <a:p>
            <a:pPr algn="ctr" eaLnBrk="1" fontAlgn="auto" hangingPunct="1">
              <a:spcAft>
                <a:spcPts val="0"/>
              </a:spcAft>
              <a:buNone/>
              <a:defRPr/>
            </a:pPr>
            <a:r>
              <a:rPr lang="en-US" sz="1800" b="1" dirty="0">
                <a:latin typeface="Arial Black" panose="020B0A04020102020204" pitchFamily="34" charset="0"/>
                <a:cs typeface="Times New Roman" pitchFamily="18" charset="0"/>
              </a:rPr>
              <a:t>Mr. J. </a:t>
            </a:r>
            <a:r>
              <a:rPr lang="en-US" sz="1800" b="1" dirty="0" err="1">
                <a:latin typeface="Arial Black" panose="020B0A04020102020204" pitchFamily="34" charset="0"/>
                <a:cs typeface="Times New Roman" pitchFamily="18" charset="0"/>
              </a:rPr>
              <a:t>Venkatesh</a:t>
            </a:r>
            <a:endParaRPr lang="en-US" sz="1800" b="1" dirty="0">
              <a:latin typeface="Arial Black" panose="020B0A04020102020204" pitchFamily="34" charset="0"/>
              <a:cs typeface="Times New Roman" pitchFamily="18" charset="0"/>
            </a:endParaRPr>
          </a:p>
          <a:p>
            <a:pPr algn="ctr" eaLnBrk="1" fontAlgn="auto" hangingPunct="1">
              <a:spcAft>
                <a:spcPts val="0"/>
              </a:spcAft>
              <a:buNone/>
              <a:defRPr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Assistant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Professor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2">
            <a:extLst>
              <a:ext uri="{FF2B5EF4-FFF2-40B4-BE49-F238E27FC236}">
                <a16:creationId xmlns:a16="http://schemas.microsoft.com/office/drawing/2014/main" id="{DCF59C5B-5F36-85E1-2723-65D87B0F0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193675"/>
            <a:ext cx="10772775" cy="972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D98B553E-72E2-DB5C-F8FF-57785AB1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50" y="0"/>
            <a:ext cx="2954338" cy="1055688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D03DADB0-12C6-19D2-1F91-7E65F886A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81" y="1055688"/>
            <a:ext cx="7448938" cy="452534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This project presents an </a:t>
            </a:r>
            <a:r>
              <a:rPr lang="en-US" sz="2400" dirty="0" err="1"/>
              <a:t>IoT</a:t>
            </a:r>
            <a:r>
              <a:rPr lang="en-US" sz="2400" dirty="0"/>
              <a:t>-based child safety system that uses GPS and </a:t>
            </a:r>
            <a:r>
              <a:rPr lang="en-US" sz="2400" dirty="0" err="1"/>
              <a:t>geofencing</a:t>
            </a:r>
            <a:r>
              <a:rPr lang="en-US" sz="2400" dirty="0"/>
              <a:t> technology to track a child’s location in real-time.</a:t>
            </a:r>
          </a:p>
          <a:p>
            <a:r>
              <a:rPr lang="en-US" sz="2400" dirty="0"/>
              <a:t>The system continuously monitors the child’s position using a GPS module and sends the data to a mobile application through Wi-Fi or GSM.</a:t>
            </a:r>
          </a:p>
          <a:p>
            <a:r>
              <a:rPr lang="en-US" sz="2400" dirty="0"/>
              <a:t>A virtual boundary called a </a:t>
            </a:r>
            <a:r>
              <a:rPr lang="en-US" sz="2400" dirty="0" err="1"/>
              <a:t>geofence</a:t>
            </a:r>
            <a:r>
              <a:rPr lang="en-US" sz="2400" dirty="0"/>
              <a:t> is created, and whenever the child moves outside this safe zone, an alert message is sent instantly to the parents.</a:t>
            </a:r>
          </a:p>
          <a:p>
            <a:r>
              <a:rPr lang="en-US" sz="2400" dirty="0"/>
              <a:t>This system helps improve child safety by providing real-time tracking, quick alerts, and remote monitoring through </a:t>
            </a:r>
            <a:r>
              <a:rPr lang="en-US" sz="2400" dirty="0" err="1"/>
              <a:t>IoT</a:t>
            </a:r>
            <a:r>
              <a:rPr lang="en-US" sz="2400" dirty="0"/>
              <a:t> technology.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C203-0A86-A512-70FC-A773A776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8BE446-F507-B483-E093-7FA0E40E8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31" y="1668948"/>
            <a:ext cx="6400022" cy="4823927"/>
          </a:xfrm>
          <a:prstGeom prst="rect">
            <a:avLst/>
          </a:prstGeom>
        </p:spPr>
      </p:pic>
      <p:pic>
        <p:nvPicPr>
          <p:cNvPr id="5" name="Picture 4" descr="Block Diagram.png"/>
          <p:cNvPicPr>
            <a:picLocks noChangeAspect="1"/>
          </p:cNvPicPr>
          <p:nvPr/>
        </p:nvPicPr>
        <p:blipFill>
          <a:blip r:embed="rId3"/>
          <a:srcRect t="7442"/>
          <a:stretch>
            <a:fillRect/>
          </a:stretch>
        </p:blipFill>
        <p:spPr>
          <a:xfrm>
            <a:off x="2004786" y="1690688"/>
            <a:ext cx="8404796" cy="518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9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9D0E-EB49-703A-F00A-F1F76E33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9C30-711E-45BF-1C41-EA15B2E0C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69286" cy="4351338"/>
          </a:xfrm>
        </p:spPr>
        <p:txBody>
          <a:bodyPr/>
          <a:lstStyle/>
          <a:p>
            <a:r>
              <a:rPr lang="en-US" dirty="0"/>
              <a:t>In traditional child safety methods, parents rely on manual supervision or basic communication like phone calls.</a:t>
            </a:r>
          </a:p>
          <a:p>
            <a:r>
              <a:rPr lang="en-US" dirty="0"/>
              <a:t>There is no real-time tracking system available for small children.</a:t>
            </a:r>
          </a:p>
          <a:p>
            <a:r>
              <a:rPr lang="en-US" dirty="0"/>
              <a:t>No automatic alert system when a child moves to unsafe locations.</a:t>
            </a:r>
          </a:p>
          <a:p>
            <a:r>
              <a:rPr lang="en-US" dirty="0"/>
              <a:t>Parents cannot continuously monitor their child’s location remotely.</a:t>
            </a:r>
          </a:p>
          <a:p>
            <a:r>
              <a:rPr lang="en-US" dirty="0"/>
              <a:t>These limitations can lead to safety risks and delayed response in emergencies.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501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C9D3-36B3-8AB8-38D3-E83B4585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F10E4-70C3-4077-DAE1-BA408116E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03971" cy="4351338"/>
          </a:xfrm>
        </p:spPr>
        <p:txBody>
          <a:bodyPr/>
          <a:lstStyle/>
          <a:p>
            <a:r>
              <a:rPr lang="en-US" sz="2400" dirty="0"/>
              <a:t>In the proposed system, GPS is used to track the child’s real-time location.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NodeMCU</a:t>
            </a:r>
            <a:r>
              <a:rPr lang="en-US" sz="2400" dirty="0"/>
              <a:t> (ESP8266) processes location data and sends it to the cloud server.</a:t>
            </a:r>
          </a:p>
          <a:p>
            <a:r>
              <a:rPr lang="en-US" sz="2400" dirty="0"/>
              <a:t>A </a:t>
            </a:r>
            <a:r>
              <a:rPr lang="en-US" sz="2400" dirty="0" err="1"/>
              <a:t>geofence</a:t>
            </a:r>
            <a:r>
              <a:rPr lang="en-US" sz="2400" dirty="0"/>
              <a:t> (safe area) is set using predefined coordinates.</a:t>
            </a:r>
          </a:p>
          <a:p>
            <a:r>
              <a:rPr lang="en-US" sz="2400" dirty="0"/>
              <a:t>If the child crosses the boundary, the system automatically sends alerts via SMS or mobile app.</a:t>
            </a:r>
          </a:p>
          <a:p>
            <a:r>
              <a:rPr lang="en-US" sz="2400" dirty="0"/>
              <a:t>Parents can monitor the child live using an </a:t>
            </a:r>
            <a:r>
              <a:rPr lang="en-US" sz="2400" dirty="0" err="1"/>
              <a:t>IoT</a:t>
            </a:r>
            <a:r>
              <a:rPr lang="en-US" sz="2400" dirty="0"/>
              <a:t> platform.</a:t>
            </a:r>
          </a:p>
        </p:txBody>
      </p:sp>
    </p:spTree>
    <p:extLst>
      <p:ext uri="{BB962C8B-B14F-4D97-AF65-F5344CB8AC3E}">
        <p14:creationId xmlns:p14="http://schemas.microsoft.com/office/powerpoint/2010/main" val="2302122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C414-7F8D-9B0A-5351-CD888A2D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28"/>
            <a:ext cx="10515600" cy="671804"/>
          </a:xfrm>
        </p:spPr>
        <p:txBody>
          <a:bodyPr/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USED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EB4BA-568F-8139-2515-90659A7A4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358"/>
            <a:ext cx="10515600" cy="5383763"/>
          </a:xfrm>
        </p:spPr>
        <p:txBody>
          <a:bodyPr/>
          <a:lstStyle/>
          <a:p>
            <a:r>
              <a:rPr lang="en-US" sz="2400" dirty="0" err="1"/>
              <a:t>NodeMCU</a:t>
            </a:r>
            <a:r>
              <a:rPr lang="en-US" sz="2400" dirty="0"/>
              <a:t> / </a:t>
            </a:r>
            <a:r>
              <a:rPr lang="en-US" sz="2400" dirty="0" smtClean="0"/>
              <a:t>ESP32 </a:t>
            </a:r>
            <a:r>
              <a:rPr lang="en-US" sz="2400" dirty="0"/>
              <a:t>Controller (Wi-Fi</a:t>
            </a:r>
            <a:r>
              <a:rPr lang="en-US" sz="2400" dirty="0" smtClean="0"/>
              <a:t>)</a:t>
            </a: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GPS Module (Neo-6M) </a:t>
            </a:r>
          </a:p>
          <a:p>
            <a:r>
              <a:rPr lang="en-US" sz="2400" dirty="0"/>
              <a:t>Buzzer (for alert) </a:t>
            </a:r>
          </a:p>
          <a:p>
            <a:r>
              <a:rPr lang="en-US" sz="2400" dirty="0"/>
              <a:t>Battery / Power Supply </a:t>
            </a:r>
          </a:p>
          <a:p>
            <a:pPr marL="0" indent="0">
              <a:buNone/>
            </a:pP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USED:</a:t>
            </a:r>
          </a:p>
          <a:p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</a:p>
          <a:p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Cloud (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Blynk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Thing Speak / Firebase)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363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9CFA3-207A-81FE-B35E-2FE476235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595"/>
            <a:ext cx="10515600" cy="877078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ESP32 Controller (wi-fi)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E9A653-292C-99AB-A697-52019C9AC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27583"/>
            <a:ext cx="7083490" cy="4749379"/>
          </a:xfrm>
        </p:spPr>
        <p:txBody>
          <a:bodyPr/>
          <a:lstStyle/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ESP32 is a powerful, low-cost Wi-Fi and Bluetooth-enabled development board based on the dual-core ESP32-WROOM-32 chip.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operates at 3.3V, features 4MB Flash, and supports Arduino IDE, Micro Python, and Lua scripting.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Ideal for IoT, it includes built-in antenna, 30/38 GPIO pins, and supports station/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softAP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modes for wireless control. 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A1BE3A-1430-65B8-00D1-3B0AE1DE6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623" y="2030866"/>
            <a:ext cx="3208175" cy="280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61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937A-0DB4-1651-AB05-31BEAB331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1870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9E66C-0F34-FD6C-73F2-AD3C59CCA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253"/>
            <a:ext cx="7652657" cy="4758710"/>
          </a:xfrm>
        </p:spPr>
        <p:txBody>
          <a:bodyPr/>
          <a:lstStyle/>
          <a:p>
            <a:r>
              <a:rPr lang="en-US" sz="2400" dirty="0"/>
              <a:t>The GPS module is used to get real-time latitude and longitude coordinates.</a:t>
            </a:r>
          </a:p>
          <a:p>
            <a:r>
              <a:rPr lang="en-US" sz="2400" dirty="0"/>
              <a:t>It communicates with the microcontroller using serial communication.</a:t>
            </a:r>
          </a:p>
          <a:p>
            <a:r>
              <a:rPr lang="en-US" sz="2400" dirty="0"/>
              <a:t>Provides accurate location tracking of the child.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 smtClean="0">
                <a:solidFill>
                  <a:srgbClr val="FF0000"/>
                </a:solidFill>
              </a:rPr>
              <a:t>GEOFENCING</a:t>
            </a:r>
          </a:p>
          <a:p>
            <a:pPr marL="0" indent="0">
              <a:buNone/>
            </a:pPr>
            <a:r>
              <a:rPr lang="en-US" sz="2400" dirty="0" err="1" smtClean="0"/>
              <a:t>Geofencing</a:t>
            </a:r>
            <a:r>
              <a:rPr lang="en-US" sz="2400" dirty="0" smtClean="0"/>
              <a:t> </a:t>
            </a:r>
            <a:r>
              <a:rPr lang="en-US" sz="2400" dirty="0"/>
              <a:t>is a technology that creates a virtual boundary around a location.</a:t>
            </a:r>
          </a:p>
          <a:p>
            <a:r>
              <a:rPr lang="en-US" sz="2400" dirty="0"/>
              <a:t>Safe zones like home or school are predefined.</a:t>
            </a:r>
          </a:p>
          <a:p>
            <a:r>
              <a:rPr lang="en-US" sz="2400" dirty="0"/>
              <a:t>If the child crosses this boundary, an alert is triggered automatically.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158" y="4369728"/>
            <a:ext cx="3651842" cy="19050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488" y="1011515"/>
            <a:ext cx="3607041" cy="218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9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164E-3D26-19B1-97F8-FD8DE9DD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88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WORKING: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2DF48-494D-6F84-3E90-4AFCD81BE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625"/>
            <a:ext cx="10515600" cy="5271796"/>
          </a:xfrm>
        </p:spPr>
        <p:txBody>
          <a:bodyPr/>
          <a:lstStyle/>
          <a:p>
            <a:r>
              <a:rPr lang="en-US" sz="2400" dirty="0"/>
              <a:t>The GPS module continuously tracks the child’s location.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NodeMCU</a:t>
            </a:r>
            <a:r>
              <a:rPr lang="en-US" sz="2400" dirty="0"/>
              <a:t> receives this data and compares it with predefined </a:t>
            </a:r>
            <a:r>
              <a:rPr lang="en-US" sz="2400" dirty="0" err="1"/>
              <a:t>geofence</a:t>
            </a:r>
            <a:r>
              <a:rPr lang="en-US" sz="2400" dirty="0"/>
              <a:t> coordinates.</a:t>
            </a:r>
          </a:p>
          <a:p>
            <a:r>
              <a:rPr lang="en-US" sz="2400" dirty="0"/>
              <a:t>If the child is inside the safe zone, the system remains in normal mode.</a:t>
            </a:r>
          </a:p>
          <a:p>
            <a:r>
              <a:rPr lang="en-US" sz="2400" dirty="0"/>
              <a:t>If the child moves outside the boundary, an alert is generated.</a:t>
            </a:r>
          </a:p>
          <a:p>
            <a:r>
              <a:rPr lang="en-US" sz="2400" dirty="0"/>
              <a:t>The alert is sent to parents via SMS or mobile app.</a:t>
            </a:r>
          </a:p>
          <a:p>
            <a:r>
              <a:rPr lang="en-US" sz="2400" dirty="0"/>
              <a:t>The location can also be viewed in real-time on the </a:t>
            </a:r>
            <a:r>
              <a:rPr lang="en-US" sz="2400" dirty="0" err="1"/>
              <a:t>IoT</a:t>
            </a:r>
            <a:r>
              <a:rPr lang="en-US" sz="2400" dirty="0"/>
              <a:t> platform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33483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48D3-D4C8-6F9A-F156-147FB27C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4548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RESULT: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43" y="1158702"/>
            <a:ext cx="8136835" cy="5496340"/>
          </a:xfrm>
        </p:spPr>
      </p:pic>
    </p:spTree>
    <p:extLst>
      <p:ext uri="{BB962C8B-B14F-4D97-AF65-F5344CB8AC3E}">
        <p14:creationId xmlns:p14="http://schemas.microsoft.com/office/powerpoint/2010/main" val="1638113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698D2660-7CB6-3664-20ED-CB8E8CC03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645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E34EE-BFE9-E88E-7C7C-F75662C52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028" y="1171575"/>
            <a:ext cx="10515600" cy="5060950"/>
          </a:xfrm>
        </p:spPr>
        <p:txBody>
          <a:bodyPr rtlCol="0">
            <a:normAutofit/>
          </a:bodyPr>
          <a:lstStyle/>
          <a:p>
            <a:r>
              <a:rPr lang="en-US" sz="2400" dirty="0"/>
              <a:t>Real-time location tracking </a:t>
            </a:r>
          </a:p>
          <a:p>
            <a:r>
              <a:rPr lang="en-US" sz="2400" dirty="0"/>
              <a:t>Immediate alert system </a:t>
            </a:r>
          </a:p>
          <a:p>
            <a:r>
              <a:rPr lang="en-US" sz="2400" dirty="0"/>
              <a:t>Improves child safety </a:t>
            </a:r>
          </a:p>
          <a:p>
            <a:r>
              <a:rPr lang="en-US" sz="2400" dirty="0"/>
              <a:t>Low cost and efficient </a:t>
            </a:r>
          </a:p>
          <a:p>
            <a:r>
              <a:rPr lang="en-US" sz="2400" dirty="0"/>
              <a:t>Easy to use and portable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APPLICATIONS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 eaLnBrk="1" hangingPunct="1">
              <a:lnSpc>
                <a:spcPct val="150000"/>
              </a:lnSpc>
            </a:pP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38200" y="4385866"/>
            <a:ext cx="6821557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Child safety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School transport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Elderly person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 security system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8782" y="377690"/>
            <a:ext cx="9289776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FUTURE SCOPE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with AI-based behavior monitoring for detecting unusual child movement.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Addition of camera module for live video monitoring.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Mobile application with real-time map navigation and voice alerts.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Cloud storage for maintaining location history and tracking records.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with wearable devices like smart watches or smart bands.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Emergency SOS button for instant help during danger situations.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battery backup using solar charging systems.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 for multiple child tracking in a single application</a:t>
            </a:r>
          </a:p>
        </p:txBody>
      </p:sp>
    </p:spTree>
    <p:extLst>
      <p:ext uri="{BB962C8B-B14F-4D97-AF65-F5344CB8AC3E}">
        <p14:creationId xmlns:p14="http://schemas.microsoft.com/office/powerpoint/2010/main" val="378516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704D326E-EDB8-B6BF-15FD-DDFAE65B8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701675"/>
            <a:ext cx="10515600" cy="5419725"/>
          </a:xfrm>
        </p:spPr>
        <p:txBody>
          <a:bodyPr/>
          <a:lstStyle/>
          <a:p>
            <a:pPr algn="ctr"/>
            <a:r>
              <a:rPr lang="en-IN" alt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562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Times New Roman</vt:lpstr>
      <vt:lpstr>Office Theme</vt:lpstr>
      <vt:lpstr> Department Of Electronics &amp; Communication Engineering   IOT-BASED GPS CHILD SAFETY AND TRACKING SYSTEM WITH GEOFENCING ALERT</vt:lpstr>
      <vt:lpstr>ABSTRACT</vt:lpstr>
      <vt:lpstr>BLOCK DIAGRAM:</vt:lpstr>
      <vt:lpstr>EXISTING SYSTEM:</vt:lpstr>
      <vt:lpstr>PROPOSED SYSTEM:</vt:lpstr>
      <vt:lpstr>HARDWARE USED :</vt:lpstr>
      <vt:lpstr> Nodemcu / ESP32 Controller (wi-fi) </vt:lpstr>
      <vt:lpstr>GPS MODULE</vt:lpstr>
      <vt:lpstr>WORKING:</vt:lpstr>
      <vt:lpstr>RESULT:</vt:lpstr>
      <vt:lpstr>ADVANTAGES:</vt:lpstr>
      <vt:lpstr>PowerPoint Presentation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 BASED BUS NAME ANNOUNCEMENT SYSTEM IN BUS STOP</dc:title>
  <dc:creator>Ramya</dc:creator>
  <cp:lastModifiedBy>user</cp:lastModifiedBy>
  <cp:revision>49</cp:revision>
  <cp:lastPrinted>2026-05-13T12:12:51Z</cp:lastPrinted>
  <dcterms:created xsi:type="dcterms:W3CDTF">2023-09-08T14:44:16Z</dcterms:created>
  <dcterms:modified xsi:type="dcterms:W3CDTF">2026-05-13T12:17:09Z</dcterms:modified>
</cp:coreProperties>
</file>